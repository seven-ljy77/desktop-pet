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8C3686-2509-21B9-AC5B-31303EA7EB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43D3E99-6C8E-49DF-218C-49A3807A39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E14F1A-1667-0A7D-0266-C6B38022D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112F-E9F0-4638-90E5-A16A7AD590A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3148D6-0E41-153F-0444-89CF4C3E9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7621DC-C081-9F83-182F-76212E13D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445F9-B170-4CE2-ABDB-9845155296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49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4E68FB-F40C-167B-3B87-BAA3F1CB2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CD7ABB-D624-458D-3455-18951C45E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BE80A5-BF93-2710-EFC3-BB1410B88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112F-E9F0-4638-90E5-A16A7AD590A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CA85E6-B5F2-9F4C-A80A-BA7ED82E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953BA9-BC07-08CC-8FD3-4A670F039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445F9-B170-4CE2-ABDB-9845155296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038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71E6AE-1EA9-735F-5B72-7D602C045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6D41D1-432E-E7AD-1508-9547B9AE0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BFA350-AAAE-E77E-2C40-EBDC1FC07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112F-E9F0-4638-90E5-A16A7AD590A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823738-9537-87A1-A813-4458D3FBC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C18FDC-C99E-F8F6-79BD-4E63A009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445F9-B170-4CE2-ABDB-9845155296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166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D147E3-6E4F-9A50-EB4A-286EB5317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C31840-F72F-1E78-2F61-CF435E86C2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F7466F-E54B-B500-6D39-562B4D25C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8E5DAA-F8C5-B374-09F1-270D8005E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112F-E9F0-4638-90E5-A16A7AD590A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E015B6-92D9-B6DB-868A-91012122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9E30E8-38EE-8BDE-D636-D9FC6B573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445F9-B170-4CE2-ABDB-9845155296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311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507579-CD6A-8F6F-5BD9-EE6A5A653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BD57EA-59F3-46A0-3629-3DBC2D240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395341-E58B-5B16-EBA9-DA5070C04C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AC1929E-60C3-17BB-29D0-C5907C0A61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19B0CFC-7C3D-FACE-BC8C-68498A6462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82BB492-9A7C-266B-0ABB-3C425117D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112F-E9F0-4638-90E5-A16A7AD590A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355DF64-2C29-91C6-6AE8-AD2EBAA62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4BB75D8-16F3-B117-4A9C-1FB8B734E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445F9-B170-4CE2-ABDB-9845155296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195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989E6B-8CAE-5148-F0AB-69668A506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DBB017-A77D-01C1-B5D2-84DC33BC1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112F-E9F0-4638-90E5-A16A7AD590A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EAA400-E964-9A82-A9F0-2F902CF92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7414605-B82F-C4F6-B46E-55172803C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445F9-B170-4CE2-ABDB-9845155296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171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26086A-B5C5-8B81-FFC9-444C8B49F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112F-E9F0-4638-90E5-A16A7AD590A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54EBA31-E22B-5DC8-630E-16CEFDC5F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83871F-62B7-E095-D616-3C4C3D4D4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445F9-B170-4CE2-ABDB-9845155296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827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F0E2B-5399-3AE5-6527-C133C7D62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D09852-7B2D-B143-AF54-A7ECFD1C1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A1C1FD-23A0-31BB-BBDF-4AA134398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137CD2-CBC6-B4BD-6ADF-6E43CD98B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112F-E9F0-4638-90E5-A16A7AD590A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35E299-FB81-A2C8-35B2-317ACBE7D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FBCEB8-EC70-03AD-BBC4-16540BB24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445F9-B170-4CE2-ABDB-9845155296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453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269BCD-92E5-3215-E29D-D18420375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F651FD6-C4BF-AA9E-1D4D-02649FA1C4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936E40-089A-C308-F46D-F8FA18A78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CFB21D-AAD2-E1B1-4EC1-0BB295E69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112F-E9F0-4638-90E5-A16A7AD590A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DE0F8A-3C6D-FB6D-70CA-D71615FDE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039DB9-922F-B1CB-2659-9AB9C2D1A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445F9-B170-4CE2-ABDB-9845155296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836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517118-F614-C061-EB06-199314BEC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E801E0-A7E9-AED8-140A-0052FB742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7F1EA7-49FF-435A-13E8-477DEB167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112F-E9F0-4638-90E5-A16A7AD590A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ED5D31-3434-5844-6EBD-9D0A8776A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9FD060-5CC0-603E-1AFF-94E1DA756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445F9-B170-4CE2-ABDB-9845155296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87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40AF90-E5FA-46AC-2F03-17D31AA335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8643C3-E0AA-4066-CD72-B6D69A0F2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9D2BAC-840D-B7D7-5DFE-475B88E00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112F-E9F0-4638-90E5-A16A7AD590A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DE1F94-84C8-6777-7F2F-7AEC1254E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937973-E0C9-E331-0ED9-6CFD3E036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445F9-B170-4CE2-ABDB-9845155296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900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B36279B-FED6-1E37-91A7-5F28481D4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C0FDEB-88FE-5132-B305-C2B57DF6A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F0C583-93FF-171A-C267-8C564C9D32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02112F-E9F0-4638-90E5-A16A7AD590A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5CD5CA-57EB-0E60-166E-187C9D80DF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A22467-949A-8201-B61C-C6E70D9C72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F445F9-B170-4CE2-ABDB-9845155296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570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80A79A-9A01-BE67-F542-F253A24128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019D01-E8E7-BDE7-83B7-86708E864F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EC5F68F-0A18-B35A-3235-34708F182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15" r="3385"/>
          <a:stretch>
            <a:fillRect/>
          </a:stretch>
        </p:blipFill>
        <p:spPr>
          <a:xfrm>
            <a:off x="3430720" y="1061707"/>
            <a:ext cx="6586430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796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EBC549-9ABD-876E-C53D-4C8B76C42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B964F4-5EA4-E806-68C1-604DF7B9D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5FA5AD7-101A-1A20-071E-920CC6D15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1" r="5978"/>
          <a:stretch>
            <a:fillRect/>
          </a:stretch>
        </p:blipFill>
        <p:spPr>
          <a:xfrm>
            <a:off x="4200740" y="1721366"/>
            <a:ext cx="5039513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420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嘉逸 刘</dc:creator>
  <cp:lastModifiedBy>嘉逸 刘</cp:lastModifiedBy>
  <cp:revision>1</cp:revision>
  <dcterms:created xsi:type="dcterms:W3CDTF">2026-08-22T03:53:58Z</dcterms:created>
  <dcterms:modified xsi:type="dcterms:W3CDTF">2026-08-22T03:55:00Z</dcterms:modified>
</cp:coreProperties>
</file>